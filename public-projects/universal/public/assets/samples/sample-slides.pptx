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next adventure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long weekend in Venice</a:t>
            </a:r>
          </a:p>
          <a:p>
            <a:r>
              <a:t>Sample presentation for Universal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good kind of getting lost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Wander the quiet canals</a:t>
            </a:r>
          </a:p>
          <a:p>
            <a:r>
              <a:t>Find a little cafe</a:t>
            </a:r>
          </a:p>
          <a:p>
            <a:r>
              <a:t>Leave room for the unexpected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Bring the essentials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Comfortable shoes</a:t>
            </a:r>
          </a:p>
          <a:p>
            <a:r>
              <a:t>A small camera</a:t>
            </a:r>
          </a:p>
          <a:p>
            <a:r>
              <a:t>A little curiosity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